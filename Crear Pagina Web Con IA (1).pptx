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61" r:id="rId3"/>
    <p:sldId id="262" r:id="rId4"/>
    <p:sldId id="264" r:id="rId5"/>
    <p:sldId id="258" r:id="rId6"/>
    <p:sldId id="259" r:id="rId7"/>
    <p:sldId id="260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59054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778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28128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237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811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164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466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479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0096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0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59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74B1471-E9DA-41E0-9163-481513F6964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BDAE06A-697E-4FD1-8497-220B73ED032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658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1FF52-A2E4-9DE3-14EC-AF648DD8A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36617"/>
            <a:ext cx="10058400" cy="1473345"/>
          </a:xfrm>
        </p:spPr>
        <p:txBody>
          <a:bodyPr/>
          <a:lstStyle/>
          <a:p>
            <a:r>
              <a:rPr lang="es-CO" dirty="0"/>
              <a:t>Base de datos no SQL.</a:t>
            </a:r>
          </a:p>
        </p:txBody>
      </p:sp>
    </p:spTree>
    <p:extLst>
      <p:ext uri="{BB962C8B-B14F-4D97-AF65-F5344CB8AC3E}">
        <p14:creationId xmlns:p14="http://schemas.microsoft.com/office/powerpoint/2010/main" val="189630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E207E-F015-D8C9-3B2B-2D5563CF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LAS BASES DE DATOS NoSQL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C88DA2-C144-9C86-30CB-1C35048CE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800" b="0" u="none" strike="noStrike" dirty="0">
                <a:effectLst/>
                <a:latin typeface="Google Sans"/>
              </a:rPr>
              <a:t>S</a:t>
            </a:r>
            <a:r>
              <a:rPr lang="es-CO" sz="2800" dirty="0"/>
              <a:t>istemas de almacenamiento no relacionales diseñados para manejar datos distribuidos, no estructurados o de rápido crecimiento. Ofrecen una gran flexibilidad sin esquemas fijos y permiten escalar horizontalmente de forma sencilla.</a:t>
            </a:r>
          </a:p>
        </p:txBody>
      </p:sp>
    </p:spTree>
    <p:extLst>
      <p:ext uri="{BB962C8B-B14F-4D97-AF65-F5344CB8AC3E}">
        <p14:creationId xmlns:p14="http://schemas.microsoft.com/office/powerpoint/2010/main" val="320648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BD876-DE0F-152A-B1A4-71041303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Usos comunes de bases de datos NoSQL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212E38-0DBD-4824-046C-6BE480937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CO" sz="2400" b="1" dirty="0"/>
              <a:t>Aplicaciones web y móviles: </a:t>
            </a:r>
            <a:r>
              <a:rPr lang="es-CO" sz="2400" dirty="0"/>
              <a:t>los perfiles de usuario, los datos de sesión y las fuentes de contenido a menudo cambian con frecuencia. Las bases de datos de documentos y pares clave-valor controlan estas estructuras de datos en evolución de forma eficaz.</a:t>
            </a:r>
          </a:p>
          <a:p>
            <a:pPr algn="just"/>
            <a:r>
              <a:rPr lang="es-CO" sz="2400" b="1" dirty="0"/>
              <a:t>Plataformas de comercio electrónico y minoristas: </a:t>
            </a:r>
            <a:r>
              <a:rPr lang="es-CO" sz="2400" dirty="0"/>
              <a:t>las bases de datos NoSQL admiten catálogos de productos, carros de la compra y características de personalización que necesitan un acceso rápido y modelos de datos flexibles.</a:t>
            </a:r>
          </a:p>
          <a:p>
            <a:pPr algn="just"/>
            <a:r>
              <a:rPr lang="es-CO" sz="2400" b="1" dirty="0"/>
              <a:t>Redes sociales y sistemas de recomendaciones: </a:t>
            </a:r>
            <a:r>
              <a:rPr lang="es-CO" sz="2400" dirty="0"/>
              <a:t>las bases de datos de grafos se usan normalmente para modelar las relaciones entre usuarios, contenido o productos, facilitando la exposición de conexiones y recomendaciones.</a:t>
            </a:r>
          </a:p>
        </p:txBody>
      </p:sp>
    </p:spTree>
    <p:extLst>
      <p:ext uri="{BB962C8B-B14F-4D97-AF65-F5344CB8AC3E}">
        <p14:creationId xmlns:p14="http://schemas.microsoft.com/office/powerpoint/2010/main" val="167531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22AF-91A0-D4C2-F6E4-09C736DF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873" y="1776845"/>
            <a:ext cx="9601200" cy="3304309"/>
          </a:xfrm>
        </p:spPr>
        <p:txBody>
          <a:bodyPr>
            <a:normAutofit fontScale="90000"/>
          </a:bodyPr>
          <a:lstStyle/>
          <a:p>
            <a:pPr algn="ctr"/>
            <a:r>
              <a:rPr lang="es-CO" sz="11500" dirty="0"/>
              <a:t>BASES DE DATOS LOCALES</a:t>
            </a:r>
          </a:p>
        </p:txBody>
      </p:sp>
    </p:spTree>
    <p:extLst>
      <p:ext uri="{BB962C8B-B14F-4D97-AF65-F5344CB8AC3E}">
        <p14:creationId xmlns:p14="http://schemas.microsoft.com/office/powerpoint/2010/main" val="112712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EC725-FC8C-BCCE-C9EC-DFB9DB54E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Pasos: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2D223-5951-1699-2033-6AC01B4D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695700"/>
          </a:xfrm>
        </p:spPr>
        <p:txBody>
          <a:bodyPr>
            <a:normAutofit lnSpcReduction="10000"/>
          </a:bodyPr>
          <a:lstStyle/>
          <a:p>
            <a:r>
              <a:rPr lang="es-CO" sz="2800" dirty="0"/>
              <a:t>Crear el Prompt</a:t>
            </a:r>
          </a:p>
          <a:p>
            <a:r>
              <a:rPr lang="es-CO" sz="2800" dirty="0"/>
              <a:t>Entrar a Gemini</a:t>
            </a:r>
          </a:p>
          <a:p>
            <a:r>
              <a:rPr lang="es-CO" sz="2800" dirty="0"/>
              <a:t>Instrucción:</a:t>
            </a:r>
          </a:p>
          <a:p>
            <a:pPr marL="0" indent="0">
              <a:buNone/>
            </a:pPr>
            <a:r>
              <a:rPr lang="es-CO" sz="2800" dirty="0"/>
              <a:t>Crea una aplicación web en HTML que sea una base de datos para guardar mi peso, mi altura que calcule mi índice de masa corporal y que me deje apuntar cada día el peso con este peso podrá hacer una gráfica de la evolución diaria, los datos que añadamos se pueden ir viendo o incluso borrando.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92337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E14FD-7587-6DCF-CF77-62E76919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 2: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F5FAC4-B26B-32EE-C55B-3A5904AC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800" dirty="0"/>
              <a:t> Crea una aplicación web en HTML para calcular y guardar un presupuesto, tendrá un campo de Concepto. un campo de precio base un campo de IVA que se calculara multiplicando el precio base por el 19%, el campo Precio será la suma del precio base más el IVA, se podrá escribir, editar y eliminar varios productos y cuando haga clic en el botón total sacara la suma los del precio Base, el IVA y lo totalizara.</a:t>
            </a:r>
          </a:p>
        </p:txBody>
      </p:sp>
    </p:spTree>
    <p:extLst>
      <p:ext uri="{BB962C8B-B14F-4D97-AF65-F5344CB8AC3E}">
        <p14:creationId xmlns:p14="http://schemas.microsoft.com/office/powerpoint/2010/main" val="362974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A796-625F-94BB-8498-14958300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Base de Datos Local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56327B-B4D0-A1FD-3AAC-F41C4849F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/>
              <a:t>Crea una aplicación en HTML que sea un formulario donde se incluya el nombre el teléfono y el email de nuestros clientes, se guardara en una base de datos que se podrá modificar o eliminar también tendremos un buscador que buscará por nombre o por cualquiera de los de los campos y una historia para guardarlo por si borramos alguno algún registro quedara guardado en el historial, aunque luego no podamos buscarlo en la base general.</a:t>
            </a:r>
          </a:p>
        </p:txBody>
      </p:sp>
    </p:spTree>
    <p:extLst>
      <p:ext uri="{BB962C8B-B14F-4D97-AF65-F5344CB8AC3E}">
        <p14:creationId xmlns:p14="http://schemas.microsoft.com/office/powerpoint/2010/main" val="337031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A8067-CBF2-FFA4-C873-684251E8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Mejora 1: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D8556-2FF9-F9EC-E156-B2FCBD0E7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CO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historial de eliminado que sea un botón en la parte superior derecha que al pulsarlo se abra una ventana con este historial aparezca en la página principal.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580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DDF34-4FF4-504C-FA3D-B0E652A2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7200" b="0" i="0" dirty="0">
                <a:solidFill>
                  <a:srgbClr val="101418"/>
                </a:solidFill>
                <a:effectLst/>
                <a:latin typeface="Linux Libertine"/>
              </a:rPr>
              <a:t>Firebase</a:t>
            </a:r>
            <a:endParaRPr lang="es-CO" sz="7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76617-1BFF-E445-0312-5FA56F1E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3200" dirty="0"/>
              <a:t>Es conjunto de servicios en la nube y plataformas de desarrollo de aplicaciones proporcionadas por Google. Aloja bases de datos, servicios, autenticación e integración para una variedad de aplicaciones, incluyendo Android , iOS , JavaScript , Node.js , Java , Unity , PHP y C++.</a:t>
            </a:r>
          </a:p>
        </p:txBody>
      </p:sp>
    </p:spTree>
    <p:extLst>
      <p:ext uri="{BB962C8B-B14F-4D97-AF65-F5344CB8AC3E}">
        <p14:creationId xmlns:p14="http://schemas.microsoft.com/office/powerpoint/2010/main" val="6958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B4338-52A2-F408-BD85-621FF051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CREAR SERVICIO </a:t>
            </a:r>
            <a:r>
              <a:rPr lang="es-CO" sz="4400" b="0" i="0" dirty="0">
                <a:solidFill>
                  <a:srgbClr val="101418"/>
                </a:solidFill>
                <a:effectLst/>
                <a:latin typeface="Linux Libertine"/>
              </a:rPr>
              <a:t>FIREBASE</a:t>
            </a:r>
            <a:r>
              <a:rPr lang="es-CO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BD28A4-BA68-2272-E947-740CD292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42655"/>
            <a:ext cx="9601200" cy="4024745"/>
          </a:xfrm>
        </p:spPr>
        <p:txBody>
          <a:bodyPr>
            <a:normAutofit/>
          </a:bodyPr>
          <a:lstStyle/>
          <a:p>
            <a:r>
              <a:rPr lang="es-CO" sz="2400" dirty="0"/>
              <a:t>Consola.</a:t>
            </a:r>
          </a:p>
          <a:p>
            <a:r>
              <a:rPr lang="es-CO" sz="2400" dirty="0"/>
              <a:t>Asignamos  un nombre y creamos el Proyecto.</a:t>
            </a:r>
          </a:p>
          <a:p>
            <a:r>
              <a:rPr lang="es-CO" sz="2400" dirty="0"/>
              <a:t>Seleccionamos APP y escogemos Web.</a:t>
            </a:r>
          </a:p>
          <a:p>
            <a:r>
              <a:rPr lang="es-CO" sz="2400" dirty="0"/>
              <a:t>Una vez creado vamos a Base de Datos y Firestore.</a:t>
            </a:r>
          </a:p>
          <a:p>
            <a:r>
              <a:rPr lang="es-CO" sz="2400" dirty="0"/>
              <a:t>Crear Base de Datos.</a:t>
            </a:r>
          </a:p>
          <a:p>
            <a:r>
              <a:rPr lang="es-CO" sz="2400" dirty="0"/>
              <a:t>Edición Estándar</a:t>
            </a:r>
          </a:p>
          <a:p>
            <a:r>
              <a:rPr lang="es-CO" sz="2400" dirty="0"/>
              <a:t>Iniciar en modo producción.</a:t>
            </a:r>
          </a:p>
          <a:p>
            <a:r>
              <a:rPr lang="es-CO" sz="2400" dirty="0"/>
              <a:t>crear</a:t>
            </a:r>
          </a:p>
          <a:p>
            <a:endParaRPr lang="es-CO" sz="2400" dirty="0"/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05028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A046D-3740-2316-3724-ADE8FD40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800" dirty="0"/>
              <a:t>UNIR LA BASE A LA APP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FD475A-71B9-8D21-E1A8-BEE3E8C97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14945"/>
            <a:ext cx="9601200" cy="4052455"/>
          </a:xfrm>
        </p:spPr>
        <p:txBody>
          <a:bodyPr>
            <a:normAutofit fontScale="92500" lnSpcReduction="20000"/>
          </a:bodyPr>
          <a:lstStyle/>
          <a:p>
            <a:r>
              <a:rPr lang="es-CO" sz="2800" dirty="0"/>
              <a:t>Configuración – General,</a:t>
            </a:r>
          </a:p>
          <a:p>
            <a:r>
              <a:rPr lang="es-CO" sz="2800" dirty="0"/>
              <a:t>Copiamos la configuración SDK.</a:t>
            </a:r>
          </a:p>
          <a:p>
            <a:r>
              <a:rPr lang="es-CO" sz="2800" dirty="0"/>
              <a:t>Vamos a la app Gemini y damos la siguiente instrucción.</a:t>
            </a:r>
          </a:p>
          <a:p>
            <a:r>
              <a:rPr lang="es-CO" sz="2800" dirty="0"/>
              <a:t>quiero que uses firebase para guardar los datos de esta aplicación:</a:t>
            </a:r>
          </a:p>
          <a:p>
            <a:r>
              <a:rPr lang="es-CO" sz="2800" dirty="0"/>
              <a:t>Pegamos el código</a:t>
            </a:r>
          </a:p>
          <a:p>
            <a:r>
              <a:rPr lang="es-CO" sz="2800" dirty="0"/>
              <a:t>Vamos a Firestore - Reglas.</a:t>
            </a:r>
          </a:p>
          <a:p>
            <a:r>
              <a:rPr lang="es-CO" sz="2800" dirty="0"/>
              <a:t>Cambiamos la instrucción por: </a:t>
            </a:r>
            <a:r>
              <a:rPr lang="en-US" sz="2800" dirty="0"/>
              <a:t>allow read, write: if true;</a:t>
            </a:r>
          </a:p>
          <a:p>
            <a:r>
              <a:rPr lang="en-US" sz="2800" dirty="0" err="1"/>
              <a:t>Publicar</a:t>
            </a:r>
            <a:r>
              <a:rPr lang="en-US" sz="2800" dirty="0"/>
              <a:t>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068167745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419</TotalTime>
  <Words>601</Words>
  <Application>Microsoft Office PowerPoint</Application>
  <PresentationFormat>Panorámica</PresentationFormat>
  <Paragraphs>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Franklin Gothic Book</vt:lpstr>
      <vt:lpstr>Google Sans</vt:lpstr>
      <vt:lpstr>Linux Libertine</vt:lpstr>
      <vt:lpstr>Recorte</vt:lpstr>
      <vt:lpstr>Base de datos no SQL.</vt:lpstr>
      <vt:lpstr>LAS BASES DE DATOS NoSQL</vt:lpstr>
      <vt:lpstr>Usos comunes de bases de datos NoSQL</vt:lpstr>
      <vt:lpstr>BASES DE DATOS LOCALES</vt:lpstr>
      <vt:lpstr>Pasos:</vt:lpstr>
      <vt:lpstr>Ejemplo 2:</vt:lpstr>
      <vt:lpstr>Base de Datos Local 3</vt:lpstr>
      <vt:lpstr>Mejora 1:</vt:lpstr>
      <vt:lpstr>Firebase</vt:lpstr>
      <vt:lpstr>CREAR SERVICIO FIREBASE </vt:lpstr>
      <vt:lpstr>UNIR LA BASE A LA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JEER</dc:creator>
  <cp:lastModifiedBy>JEER</cp:lastModifiedBy>
  <cp:revision>10</cp:revision>
  <dcterms:created xsi:type="dcterms:W3CDTF">2026-06-29T01:14:33Z</dcterms:created>
  <dcterms:modified xsi:type="dcterms:W3CDTF">2026-06-30T21:13:27Z</dcterms:modified>
</cp:coreProperties>
</file>